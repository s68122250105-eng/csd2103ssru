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44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กลุ่มที่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Method vs Command / Delta Method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การออกแบบและวิเคราะห์อัลกอริทึมด้วย Stack โดยใช้ภาษา Java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สมาชิกกลุ่ม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h-TH" sz="1600" dirty="0">
                <a:solidFill>
                  <a:schemeClr val="bg1"/>
                </a:solidFill>
              </a:rPr>
              <a:t>นายเนติธร  กาฬภักดี    นาย</a:t>
            </a:r>
            <a:r>
              <a:rPr lang="th-TH" sz="1600" dirty="0" err="1">
                <a:solidFill>
                  <a:schemeClr val="bg1"/>
                </a:solidFill>
              </a:rPr>
              <a:t>นิธิศ</a:t>
            </a:r>
            <a:r>
              <a:rPr lang="th-TH" sz="1600" dirty="0">
                <a:solidFill>
                  <a:schemeClr val="bg1"/>
                </a:solidFill>
              </a:rPr>
              <a:t>สุขอยู่    นาย</a:t>
            </a:r>
            <a:r>
              <a:rPr lang="th-TH" sz="1600" dirty="0" err="1">
                <a:solidFill>
                  <a:schemeClr val="bg1"/>
                </a:solidFill>
              </a:rPr>
              <a:t>พีรพัฒน์</a:t>
            </a:r>
            <a:r>
              <a:rPr lang="th-TH" sz="1600" dirty="0">
                <a:solidFill>
                  <a:schemeClr val="bg1"/>
                </a:solidFill>
              </a:rPr>
              <a:t> ใคร่ในธรรม  นางสาว</a:t>
            </a:r>
            <a:r>
              <a:rPr lang="th-TH" sz="1600" dirty="0" err="1">
                <a:solidFill>
                  <a:schemeClr val="bg1"/>
                </a:solidFill>
              </a:rPr>
              <a:t>ทิพวรรณ</a:t>
            </a:r>
            <a:r>
              <a:rPr lang="th-TH" sz="1600" dirty="0">
                <a:solidFill>
                  <a:schemeClr val="bg1"/>
                </a:solidFill>
              </a:rPr>
              <a:t> พิมพ์มาตร   </a:t>
            </a:r>
            <a:endParaRPr lang="th-TH" sz="1600" dirty="0" smtClean="0">
              <a:solidFill>
                <a:schemeClr val="bg1"/>
              </a:solidFill>
            </a:endParaRPr>
          </a:p>
          <a:p>
            <a:r>
              <a:rPr lang="th-TH" sz="1600" dirty="0">
                <a:solidFill>
                  <a:schemeClr val="bg1"/>
                </a:solidFill>
              </a:rPr>
              <a:t> นายภู</a:t>
            </a:r>
            <a:r>
              <a:rPr lang="th-TH" sz="1600" dirty="0" err="1">
                <a:solidFill>
                  <a:schemeClr val="bg1"/>
                </a:solidFill>
              </a:rPr>
              <a:t>รินท์</a:t>
            </a:r>
            <a:r>
              <a:rPr lang="th-TH" sz="1600" dirty="0">
                <a:solidFill>
                  <a:schemeClr val="bg1"/>
                </a:solidFill>
              </a:rPr>
              <a:t> </a:t>
            </a:r>
            <a:r>
              <a:rPr lang="th-TH" sz="1600" dirty="0" err="1">
                <a:solidFill>
                  <a:schemeClr val="bg1"/>
                </a:solidFill>
              </a:rPr>
              <a:t>ภาชวงษ์</a:t>
            </a:r>
            <a:r>
              <a:rPr lang="th-TH" sz="1600" dirty="0">
                <a:solidFill>
                  <a:schemeClr val="bg1"/>
                </a:solidFill>
              </a:rPr>
              <a:t>    นายภูมิภัทร  ศรีสุวรรณ    นางสาวกัญญาดา ใจบาน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 Text Editor ที่รองรับ Undo / Redo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373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โปรแกรม Text Editor ต้องรองรับการเพิ่ม (INSERT) ลบ (DELETE) และแทนที่ (REPLACE) ข้อความ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ผู้ใช้สามารถ Undo และ Redo การกระทำได้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กติกาสำคัญ: เมื่อผู้ใช้ Undo แล้วทำ Action ใหม่ ประวัติใน Redo Stack ต้องถูกล้างทิ้งทันที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ที่ต้องรองรับมีข้อมูล: Action ID, Action Type, Position, Old Text, New Text, Timestamp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37160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065A82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21031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เดิม: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HelloWorld
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"AI" ที่ตำแหน่ง 5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ผลลัพธ์: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HelloAIWorld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09560" y="37490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 → กลับเป็น HelloWorld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 → กลับเป็น HelloAIWorld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 และ Constraints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ข้อความเริ่มต้น (อาจว่าง)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INSERT(position, text)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DELETE(position, length)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REPLACE(position, length, newText)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6002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ข้อความปัจจุบันหลังแต่ละคำสั่ง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Undo/Redo Stack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ผลสำเร็จ/ล้มเหลวของคำสั่ง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16002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0" y="22402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≤ position ≤ length(document)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position+length ≤ length(document)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≥ 0 เสมอ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 ต้องถูกล้างเมื่อมี Action ใหม่หลัง Undo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A: Snapshot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บันทึกสำเนาเอกสารทั้งฉบับลง Stack ก่อนทุกการแก้ไข การ Undo/Redo คือการสลับสำเนาระหว่าง undoStack และ redoStack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ข้อดี: เข้าใจง่าย พิสูจน์ถูกต้องง่าย รองรับทุกประเภทการแก้ไขทันที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ข้อจำกัด: ใช้หน่วยความจำสูงมาก (คัดลอกทั้งเอกสารทุกครั้ง)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O(n) ต่อการกระทำหนึ่งครั้ง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O(n × 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623560" cy="4846320"/>
          </a:xfrm>
          <a:prstGeom prst="roundRect">
            <a:avLst>
              <a:gd name="adj" fmla="val 1509"/>
            </a:avLst>
          </a:prstGeom>
          <a:solidFill>
            <a:srgbClr val="2D2D2D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(ย่อ)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undoStack.push(copy of document)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redoStack not empty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 Clear redoStack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document &lt;- apply edit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RETURN document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IF undoStack empty: RETURN false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redoStack.push(copy of document)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document &lt;- undoStack.pop()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B: Command / Delta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เก็บเฉพาะ Action object (type, position, oldText, newText) แล้วคำนวณ Inverse Operation เพื่อ Undo แทนการเก็บเอกสารทั้งฉบับ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ข้อดี: ประหยัดหน่วยความจำมาก เร็วกว่าเมื่อเอกสารมีขนาดใหญ่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ข้อจำกัด: ต้องออกแบบ Inverse Operation ให้ถูกต้องทุกกรณี ซับซ้อนกว่า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O(k) โดย k = ความยาวข้อความที่เปลี่ยนแปลง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O(k × 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623560" cy="4846320"/>
          </a:xfrm>
          <a:prstGeom prst="roundRect">
            <a:avLst>
              <a:gd name="adj" fmla="val 1509"/>
            </a:avLst>
          </a:prstGeom>
          <a:solidFill>
            <a:srgbClr val="2D2D2D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Operation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INSERT(pos, text)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inverse = DELETE(pos, len(text))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DELETE(pos, removedText)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inverse = INSERT(pos, removedText)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REPLACE(pos, oldText, newText)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inverse = REPLACE(pos, newText, oldText)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ตัวอย่าง: INSERT "AI" ที่ตำแหน่ง 5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inverse -&gt; DELETE ตำแหน่ง 5 ยาว 2 ตัวอักษร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 Step-by-step (Algorithm B)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2194560"/>
                <a:gridCol w="2011680"/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ลำดับ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คำสั่ง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เอกสารหลังทำ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Undo Stack (บนสุด)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INSERT(0,"HelloWorld")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I(0,"HelloWorld")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INSERT(5,"AI")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HelloAIWorld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I(5,"AI")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DELETE(0,5)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D(0,"Hello")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UNDO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HelloAIWorld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I(5,"AI")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UNDO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I(0,"HelloWorld")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HelloAIWorld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I(5,"AI")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630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21295C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จุดสังเกต</a:t>
            </a:r>
            <a:endParaRPr lang="en-US" sz="1500" dirty="0"/>
          </a:p>
        </p:txBody>
      </p:sp>
      <p:sp>
        <p:nvSpPr>
          <p:cNvPr id="4" name="Text 4"/>
          <p:cNvSpPr/>
          <p:nvPr/>
        </p:nvSpPr>
        <p:spPr>
          <a:xfrm>
            <a:off x="8595360" y="214884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Action ถูก push ก่อน แล้วจึง apply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= pop + apply inverse + push ไปยัง redoStack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= pop จาก redoStack + apply forward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ลำดับข้อความส่วนที่ไม่เกี่ยวข้องไม่เปลี่ยน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Argument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/ Invariant / Postcondition — Algorithm 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B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874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คือข้อความปัจจุบันที่ถูกต้อง undoStack/redoStack สอดคล้องกับประวัติจริง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B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057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2788920"/>
            <a:ext cx="1874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ก่อนแต่ละรอบของ Undo ผลจาก Action ทั้งหมดใน undoStack เมื่อ apply กับเอกสารเริ่มต้น ต้องเท่ากับ document ปัจจุบันเสมอ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B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66360" y="2057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(Proof by Cases)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788920"/>
            <a:ext cx="1874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INSERT/DELETE/REPLACE แต่ละแบบมี Inverse ที่คืนค่าตรงข้ามได้แม่นยำ — พิสูจน์แยกทีละกรณี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155448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B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52360" y="2057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2360" y="2788920"/>
            <a:ext cx="1874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Operation เป็นแบบไม่เรียกซ้ำ จำนวนขั้นตอนจำกัดเสมอ จึงหยุดทำงานได้เสมอ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0" y="155448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065A82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3836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CBE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738360" y="205740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38360" y="2788920"/>
            <a:ext cx="1874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ตรงกับผลรวมของ Action ที่เหลือใน undoStack; ข้อมูลที่ไม่เกี่ยวข้องไม่สูญหายหรือสลับลำดับ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ความยาวเอกสาร, k = ความยาวข้อความที่เปลี่ยน, m = จำนวน Action สะสม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54480"/>
          <a:ext cx="10332720" cy="146304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011680"/>
                <a:gridCol w="1920240"/>
                <a:gridCol w="2103120"/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Auxiliary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Snapshot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× 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Command/Delta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 × 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4400" y="329184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push()/pop() ของ Stack เองเป็น O(1) เสมอ แต่ต้นทุนหลักอยู่ที่การคัดลอก/ย้ายข้อความ ไม่ใช่ตัว Stack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A: ทุก Insert/Delete/Replace/Undo/Redo คัดลอกเอกสารทั้งฉบับ → O(n) เสมอ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B: ต้นทุนขึ้นกับขนาดของการแก้ไขจริง (k) เท่านั้น ไม่ใช่ทั้งเอกสาร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k &lt;&lt; n (กรณีทั่วไป) Algorithm B ประหยัดทั้งเวลาและหน่วยความจำกว่ามาก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และ Java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pic>
        <p:nvPicPr>
          <p:cNvPr id="5" name="Image 0" descr="/home/claude/diagrams/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1088136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754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ตรวจสอบขอบเขต position/length ก่อนแก้ไขทุกครั้ง (IllegalArgumentException)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การตรวจสอบ Stack ว่าง: undo()/redo() คืนค่า boolean แทนการโยน Exception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การนับ Operation: pushCount, popCount, comparisonCount, auxiliaryCharCount ในทุกคลาส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Main.java ครอบทุกคำสั่งด้วย try-catch แสดงข้อความแจ้งเตือนโดยไม่ crash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กรณีทดสอบ ครอบคลุมทุกหมวดที่กำหนด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4023360"/>
                <a:gridCol w="3657600"/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หมวด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"AI" ที่ตำแหน่ง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"HelloAIWorld"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จนกว่า Stack ว่าง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แจ้งเตือนเมื่อว่าง ไม่ crash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 Invalidation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แล้วทำ Action ใหม่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 Stack ถูกล้าง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ตำแหน่งเกินความยาว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ปฏิเสธ พร้อม validation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บนเอกสารว่าง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แจ้งเตือน ไม่ crash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รันชุดคำสั่งเดียวกันบน A และ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ผลลัพธ์เอกสารตรงกันทุกประการ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รายการทดสอบฉบับเต็ม 18 กรณี อยู่ในไฟล์ Stack_Group03_TestCases.xlsx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 4 ขนาดเอกสาร × 3 จำนวน Action × 5 รอบ</a:t>
            </a:r>
            <a:endParaRPr lang="en-US" sz="1300" dirty="0"/>
          </a:p>
        </p:txBody>
      </p:sp>
      <p:pic>
        <p:nvPicPr>
          <p:cNvPr id="5" name="Image 0" descr="/home/claude/stack-algorithm-group03/results/performan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1124712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23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เอกสาร 100,000 ตัวอักษร / 10,000 Action: Algorithm A ≈ 20.98 วินาที เทียบกับ Algorithm B ≈ 0.25 วินาที (เร็วกว่า ~85 เท่า)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ผลตรงกับ Big-O ที่วิเคราะห์ไว้ — Algorithm B ขยายตัวช้ากว่าทั้งด้านเวลาและหน่วยความจำอย่างชัดเจน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สรุปและวิธีที่กลุ่มเลือก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เลือก: Algorithm B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(Command / Delta)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เร็วกว่าและประหยัดหน่วยความจำกว่ามากในเอกสารขนาดใหญ่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เหมาะกับพฤติกรรมพิมพ์จริงที่แก้ไขทีละเล็กน้อย (k &lt;&lt; 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ผลทดลองสอดคล้องกับทฤษฎี Big-O อย่างชัดเจน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ข้อจำกัด และแนวทางต่อยอด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พัฒนา/ทดสอบยากกว่า เสี่ยงบั๊กจาก Inverse Operation ที่ผิดพลาด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แนวทางต่อยอด: จำกัดขนาด Stack ด้วย LRU, รวม Action ที่พิมพ์ต่อเนื่องให้เป็นก้อนเดียว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ขยายรองรับ Rich Text และ Multi-user Editing ในอนาคต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แบบจอกว้าง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Cordia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UNS_CT</cp:lastModifiedBy>
  <cp:revision>2</cp:revision>
  <dcterms:created xsi:type="dcterms:W3CDTF">2026-08-16T13:22:31Z</dcterms:created>
  <dcterms:modified xsi:type="dcterms:W3CDTF">2026-08-16T14:16:00Z</dcterms:modified>
</cp:coreProperties>
</file>